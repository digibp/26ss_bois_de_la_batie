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228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 de la Batie  ·  DigiBP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Chase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One Click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Apprentice Hiring &amp; Contracting in Switzerland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Grolimund · Öztürk · Afzalinia · Amoy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53619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53619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819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75688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intake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660904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sent by email, printed, signed, scanned, emailed back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0" y="1417320"/>
            <a:ext cx="153619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0" y="1417320"/>
            <a:ext cx="1536192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5819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075688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contract creation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03120" y="2660904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looks up cantonal template, types salary &amp; codes by hand every time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0" y="1417320"/>
            <a:ext cx="153619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0" y="1417320"/>
            <a:ext cx="153619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5819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2075688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error detection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749040" y="2660904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only found after sending — restarts the whole clock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303520" y="1417320"/>
            <a:ext cx="153619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03520" y="1417320"/>
            <a:ext cx="1536192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5819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2075688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coordination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94960" y="2660904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Candidate, guardian &amp; HR in separate lanes with no shared workspace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949440" y="1417320"/>
            <a:ext cx="153619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49440" y="1417320"/>
            <a:ext cx="1536192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158191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40880" y="2075688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close-out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040880" y="2660904"/>
            <a:ext cx="13533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job posting, system — all triggered manually one by 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HR stops doing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463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8191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203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one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34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follow-up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to candidates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73936" y="2331720"/>
            <a:ext cx="292608" cy="0"/>
          </a:xfrm>
          <a:prstGeom prst="line">
            <a:avLst/>
          </a:prstGeom>
          <a:noFill/>
          <a:ln w="25400">
            <a:solidFill>
              <a:srgbClr val="E85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1417320"/>
            <a:ext cx="1463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58191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203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chasing forms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734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online form,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automatically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9856" y="2331720"/>
            <a:ext cx="292608" cy="0"/>
          </a:xfrm>
          <a:prstGeom prst="line">
            <a:avLst/>
          </a:prstGeom>
          <a:noFill/>
          <a:ln w="25400">
            <a:solidFill>
              <a:srgbClr val="E85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417320"/>
            <a:ext cx="1463040" cy="18288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41648" y="1581912"/>
            <a:ext cx="512064" cy="512064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2203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contract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734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salary &amp; codes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65776" y="2331720"/>
            <a:ext cx="292608" cy="0"/>
          </a:xfrm>
          <a:prstGeom prst="line">
            <a:avLst/>
          </a:prstGeom>
          <a:noFill/>
          <a:ln w="25400">
            <a:solidFill>
              <a:srgbClr val="E853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417320"/>
            <a:ext cx="1463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87568" y="158191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203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guardian follow-up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734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automatically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candidate under 18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11696" y="2331720"/>
            <a:ext cx="292608" cy="0"/>
          </a:xfrm>
          <a:prstGeom prst="line">
            <a:avLst/>
          </a:prstGeom>
          <a:noFill/>
          <a:ln w="25400">
            <a:solidFill>
              <a:srgbClr val="E853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417320"/>
            <a:ext cx="1463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33488" y="158191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1581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22037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close-out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7340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posting &amp; 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automatically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0" y="3429000"/>
            <a:ext cx="5120640" cy="530352"/>
          </a:xfrm>
          <a:prstGeom prst="rect">
            <a:avLst/>
          </a:prstGeom>
          <a:solidFill>
            <a:srgbClr val="FEF3EF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342900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relief is a manual step HR will never have to do again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we're proud of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311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Auto-Generated Contract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7980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candidate form 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60120" y="3236976"/>
            <a:ext cx="2834640" cy="457200"/>
          </a:xfrm>
          <a:prstGeom prst="rect">
            <a:avLst/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2369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Signed-ready contract  (instant)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8039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Cantonal template populated automatically.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typing. No errors.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41732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3480" y="22311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AI-Generated Internal Profile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83480" y="27980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signed contract data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03520" y="3236976"/>
            <a:ext cx="2834640" cy="457200"/>
          </a:xfrm>
          <a:prstGeom prst="rect">
            <a:avLst/>
          </a:prstGeom>
          <a:solidFill>
            <a:srgbClr val="F4F5F8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03520" y="32369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Ready-to-post profile  (instant)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83480" y="38039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copywriting. No manual post.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generated and ready to publish.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saved — per hire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1261872"/>
            <a:ext cx="0" cy="3749040"/>
          </a:xfrm>
          <a:prstGeom prst="line">
            <a:avLst/>
          </a:prstGeom>
          <a:noFill/>
          <a:ln w="9525">
            <a:solidFill>
              <a:srgbClr val="DD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97480" y="16002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0195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candidate, get verbal confirmation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697480" y="190195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474720" y="190195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20040" y="220370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form &amp; follow up if no response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697480" y="2203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474720" y="2203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74320" y="2505456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0545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VET template &amp; occupation code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697480" y="25054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474720" y="25054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0040" y="280720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contract + review for errors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697480" y="28072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474720" y="28072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1089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track &amp; chase signatures (incl. guardian)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697480" y="31089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474720" y="31089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341071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signatures &amp; save to system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697480" y="34107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474720" y="34107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74320" y="3712464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1246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school, remove posting &amp; create profile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697480" y="3712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474720" y="3712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74320" y="4059936"/>
            <a:ext cx="425196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05993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min  →  25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0" y="405993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min saved  (~87%)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1261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160020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2320" y="16002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09560" y="16002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1901952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90195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&amp; return form (print, scan, email)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132320" y="190195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7909560" y="190195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754880" y="220370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to sign contract in person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7132320" y="2203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7909560" y="2203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4251960" cy="30175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0545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corrections &amp; re-send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7132320" y="25054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7909560" y="25054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709160" y="2852928"/>
            <a:ext cx="4251960" cy="402336"/>
          </a:xfrm>
          <a:prstGeom prst="rect">
            <a:avLst/>
          </a:prstGeom>
          <a:solidFill>
            <a:srgbClr val="2A3470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8529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min  →  15 min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95160" y="285292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saved  (~86%)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Estimates based on timing each manual step. Actual savings depend on hire volume.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CLOCK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don't capture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481328"/>
            <a:ext cx="54864" cy="21945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86537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18013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candidate experience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500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printing, no travel, no waiting. Apply and sign from any device.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36976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36976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36976" y="1481328"/>
            <a:ext cx="54864" cy="2194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86537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14216" y="18013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time-to-signature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014216" y="23500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instead of weeks. Win candidates before competitors do.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9904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1481328"/>
            <a:ext cx="2651760" cy="2194560"/>
          </a:xfrm>
          <a:prstGeom prst="rect">
            <a:avLst/>
          </a:prstGeom>
          <a:solidFill>
            <a:srgbClr val="141A45"/>
          </a:solidFill>
          <a:ln w="6350">
            <a:solidFill>
              <a:srgbClr val="2A347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1481328"/>
            <a:ext cx="54864" cy="2194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6537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7144" y="18013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compliance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67144" y="23500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Cantonal rules enforced automatically. No human can forget a step.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confirm. The rest takes care of itself.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Hiring &amp; Contracting Automation</dc:title>
  <dc:subject>PptxGenJS Presentation</dc:subject>
  <dc:creator>PptxGenJS</dc:creator>
  <cp:lastModifiedBy>PptxGenJS</cp:lastModifiedBy>
  <cp:revision>1</cp:revision>
  <dcterms:created xsi:type="dcterms:W3CDTF">2026-05-19T13:59:14Z</dcterms:created>
  <dcterms:modified xsi:type="dcterms:W3CDTF">2026-05-19T13:59:14Z</dcterms:modified>
</cp:coreProperties>
</file>